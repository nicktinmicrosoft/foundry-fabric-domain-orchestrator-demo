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Relationship Id="rId15" Type="http://schemas.openxmlformats.org/officeDocument/2006/relationships/slide" Target="slide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3C5DD"/>
                </a:solidFill>
                <a:latin typeface="Aptos"/>
              </a:rPr>
              <a:t>APPLICATION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Foundry + Fabric Domain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CDDCE8"/>
                </a:solidFill>
                <a:latin typeface="Aptos"/>
              </a:rPr>
              <a:t>Feature index — select any feature to jump to its code map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566928" y="1965960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   Configuration-driven demo experience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6163056" y="1965960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   Delegated user sign-in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566928" y="2578608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   Fabric data-agent discovery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6163056" y="2578608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   Domain catalog and MCP endpoints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566928" y="3191256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   Isolated Foundry agent deployment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6163056" y="3191256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   Intent routing and clarification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566928" y="3803904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   Per-user domain authorization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6163056" y="3803904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   Authorized domain invocation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66928" y="4416552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   Cross-domain synthesis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6163056" y="4416552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   Observable routing evidence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566928" y="5029200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11   Conversation-aware follow-ups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163056" y="5029200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   Saving chat history</a:t>
            </a:r>
          </a:p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566928" y="5641848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13   Conversation selection and reset</a:t>
            </a:r>
          </a:p>
        </p:txBody>
      </p:sp>
      <p:sp>
        <p:nvSpPr>
          <p:cNvPr id="19" name="Rounded Rectangle 18">
            <a:hlinkClick action="ppaction://hlinksldjump" r:id="rId15"/>
          </p:cNvPr>
          <p:cNvSpPr/>
          <p:nvPr/>
        </p:nvSpPr>
        <p:spPr>
          <a:xfrm>
            <a:off x="6163056" y="5641848"/>
            <a:ext cx="523036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30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14   Pluggable history backends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46520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8BA6BE"/>
                </a:solidFill>
                <a:latin typeface="Aptos"/>
              </a:rPr>
              <a:t>Generated from the repository source • 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Configuration-driven demo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Branding, warnings, sample prompts, context depth, and routing visibility are changed through local JSON rather than UI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Load local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Fall back to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Render Streamlit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Local files override checked-in samples while tenant-specific configuration stays untracked.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UI reads all presentation settings from the demo dictionary at startup.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Show the title, subtitle, warning, and prompt buttons; then open demo.local.json.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app.py  |  lines 13-23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 13  
 14  
 15  load_dotenv()
 16  demo = load_demo_config()
 17  domains = load_domains()
 18  deployment = load_deployment()
 19  
 20  st.set_page_config(
 21      page_title=demo["app_title"],
 22      page_icon="S",
 23      layout="wide",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app.py:13-23   •   src/config.py:39-46   •   config/demo.sample.json:1-21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Delegated user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Each attendee authenticates with device code and the same delegated credential is reused for Foundry and Fabric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Device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AI token + username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Delegated credential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token is decoded only to identify the user for UI and history partitioning.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No administrator identity is substituted for the caller.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Select Sign in, complete the device-code flow, and point out the signed-in username.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src/auth.py  |  lines 38-47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 38  def authenticate_user(
 39      tenant_id: str,
 40      prompt_callback: Callable,
 41  ) -&gt; AuthenticatedUser:
 42      credential = DeviceCodeCredential(
 43          tenant_id=tenant_id,
 44          prompt_callback=prompt_callback,
 45      )
 46      token = credential.get_token(AI_SCOPE)
 47      return AuthenticatedUser(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src/auth.py:10-47   •   app.py:68-94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Fabric data-agent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A setup script enumerates the signed-in user's Fabric workspaces and data agents, then writes a reviewable local domain catalog.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List workspaces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List data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Write domain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Pagination supports continuation URIs and continuation tokens.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Discovery falls back to the generic Fabric items endpoint when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Run discover_fabric_agents.py and review the generated domains.local.json.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src/fabric.py  |  lines 78-93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 78      def list_data_agents(self) -&gt; tuple[FabricD...
 79          agents = []
 80          for workspace in self.list_workspaces():
 81              workspace_id = workspace["id"]
 82              workspace_name = workspace.get("dis...
 83              try:
 84                  items = self._list(
 85                      f"{FABRIC_API}/workspaces/{...
 86                  )
 87              except FabricApiError:
 88                  items = self._list(
 89                      f"{FABRIC_API}/workspaces/{...
 90                  )
 91              for item in items:
 92                  agents.append(
 93                      FabricDataAgent(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scripts/discover_fabric_agents.py:18-78   •   src/fabric.py:55-104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Domain catalog and MCP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Every business domain maps a stable key and routing description to one Fabric data agent and its Fabric IQ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Domain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Validated unique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Fabric IQ server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Keys are normalized and duplicate keys fail configuration loading.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endpoint is derived from workspace and data-agent IDs, not handwritten per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Open domains.local.json and connect each domain entry to its generated server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src/config.py  |  lines 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 12  class DomainConfig:
 13      key: str
 14      label: str
 15      workspace_id: str
 16      workspace_name: str
 17      data_agent_id: str
 18      data_agent_name: str
 19      description: str
 20      instructions: str
 21  
 22      @property
 23      def server_label(self) -&gt; str:
 24          return f"domain-{self.key}"
 25  
 26      @property
 27      def server_url(self) -&gt; str:
 28          return (
 29              "https://api.fabric.microsoft.com/v...
 30              f"{self.workspace_id}/dataagents/{s...
 31         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src/config.py:12-31   •   src/config.py:49-68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Isolated Foundry agent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Deployment creates a tool-free router, one single-tool agent per domain, and a tool-free synthesizer.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Create OBO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Create domain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Create router + synthesizer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Each connection uses UserEntraToken so Fabric evaluates the caller's identity.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Single-domain agents prevent inaccessible tools from breaking unrelated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Show the deployed agents and verify that each domain agent has exactly one Fabric IQ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scripts/deploy_agents.py  |  lines 163-177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163              agent_name = f"{prefix}-{domain.key}"
164              agent = project_client.agents.creat...
165                  agent_name=agent_name,
166                  definition=PromptAgentDefinition(
167                      model=required("FOUNDRY_MOD...
168                      instructions=domain_instruc...
169                      temperature=0.1,
170                      tools=[
171                          FabricIQPreviewTool(
172                              project_connection_...
173                              server_label=domain...
174                              server_url=domain.s...
175                              require_approval="n...
176                          )
177                      ],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scripts/deploy_agents.py:32-82   •   scripts/deploy_agents.py:138-211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Intent routing and clarification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The Foundry router selects only the required domain keys or asks a focused clarification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Question +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Router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Route or clarify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router has no Fabric tools and cannot answer business questions itself.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Router output is parsed and validated before any domain invocation.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Compare a clear domain prompt with the configured ambiguous prompt, “How is performance?”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src/orchestrator.py  |  lines 100-113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100              return OrchestratorResult(
101                  answer=route["clarification"],
102                  routing_events=(
103                      RoutingEvent(
104                          domain="Router",
105                          status="clarification",
106                          outcome="No Fabric doma...
107                      ),
108                  ),
109              )
110  
111          configured = {domain.key: domain for do...
112          requested = [
113              key for key in route["domains"] if...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scripts/deploy_agents.py:85-108   •   src/orchestrator.py:25-45   •   src/orchestrator.py:90-113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Per-user domain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Before orchestration, the app checks which configured data agents the signed-in user can access and caches the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Configured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Fabric item access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Accessible-key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401, 403, and 404 responses become a denied domain rather than an app failure.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user can explicitly refresh access after permissions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Show Available domains, including inaccessible domains, then select Refresh domain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app.py  |  lines 143-159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143  accessible_keys: set[str] = set()
144  if authenticated_user:
145      fabric = FabricClient(authenticated_user.cr...
146      if st.session_state.accessible_domain_keys...
147          discovered_keys = set()
148          for domain in domains:
149              if fabric.can_access_domain(domain):
150                  discovered_keys.add(domain.key)
151          st.session_state.accessible_domain_keys...
152      accessible_keys = set(st.session_state.acce...
153      with st.sidebar:
154          st.header("Available domains")
155          for domain in domains:
156              if domain.key in accessible_keys:
157                  st.success(domain.label)
158              else:
159                  st.error(f"{domain.label}: not...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src/fabric.py:107-118   •   app.py:143-162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Authorized domain invocation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Requested domains are intersected with the accessible-key set before the corresponding Foundry domain agent is called.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Requested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Authorization intersection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Domain agent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Denied domains are reported clearly and never invoked.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Authorized calls include recent conversation context and the current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Ask a domain question and trace the selected key to the deployed agent-name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src/orchestrator.py  |  lines 140-156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140                  events.append(
141                      RoutingEvent(
142                          domain=domain.label,
143                          status="denied",
144                          outcome="Not accessible...
145                      )
146                  )
147                  continue
148              response = self._invoke(
149                  self._domain_agent_names[key],
150                  (
151                      f"Conversation context:\n{r...
152                      f"Question:\n{question}"
153                  ),
154              )
155              evidence.append((domain.label, resp...
156              events.append(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src/orchestrator.py:63-79   •   src/orchestrator.py:115-158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Cross-domain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When multiple authorized domains return evidence, a separate synthesizer combines it without direct Fabric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Multiple domain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Labeled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Synthesized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Single-domain questions bypass synthesis and return the domain response directly.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synthesis prompt preserves units and distinguishes observation from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Use the cross-domain sample prompt and show domain-labeled evidence becoming one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src/orchestrator.py  |  lines 159-171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159                      status="completed",
160                      outcome="Fabric domain resp...
161                  )
162              )
163          if len(evidence) &gt; 1:
164              evidence_text = "\n\n".join(
165                  f"## {label}\n{output}" for lab...
166              )
167              synthesis = self._invoke(
168                  self._synthesizer_agent_name,
169                  (
170                      f"User question:\n{question...
171                      f"Authorized domain evidenc...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src/orchestrator.py:159-171   •   scripts/deploy_agents.py:127-136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Observable routing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The UI displays domain-level outcomes—completed, denied, clarification, or unresolved—without exposing private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Routing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Persist with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Render expander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Evidence is an explicit application event model, not model chain-of-thought.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Events are saved with assistant messages and reappear when history is loaded.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Expand Orchestrator execution evidence beneath an assistant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app.py  |  lines 36-47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 36  def routing_evidence(events: list[dict]) -&gt; None:
 37      if not demo.get("show_routing_evidence", Tr...
 38          return
 39      with st.expander("Orchestrator execution ev...
 40          st.caption(
 41              "Observable routing outcomes, not p...
 42          )
 43          for event in events:
 44              st.markdown(
 45                  f"**{event['domain']}** - {even...
 46                  f"{event['outcome']}"
 47             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src/orchestrator.py:13-23   •   app.py:36-47   •   app.py:170-174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Conversation-aware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A configurable window of recent messages is passed to both the router and the selected domain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Recent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Router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Domain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current user message is excluded from history because it is supplied separately.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context window is configurable to balance continuity, latency, and token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Ask a follow-up that relies on the prior turn, then show history_context_messages.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app.py  |  lines 198-207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198              )
199              context_limit = int(demo.get("histo...
200              history = [
201                  {"role": message.role, "content...
202                  for message in st.session_state...
203              ]
204              result = orchestrator.ask(
205                  question=str(prompt),
206                  domains=domains,
207                  accessible_domain_keys=accessib...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app.py:198-207   •   src/orchestrator.py:88-99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Saving chat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After each answer, the complete conversation—including routing events—is saved under the signed-in user and conversation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Build ChatMessage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Append to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Store by user + conversation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The saved payload preserves role, content, and routing evidence.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Storage is user-partitioned so conversation lists and loads are scoped to the signed-in username.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Complete a turn, restart or switch conversations, and reload the saved exchange.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app.py  |  lines 241-252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241      st.session_state.messages.append(
242          ChatMessage(
243              role="assistant",
244              content=answer,
245              routing_events=tuple(events),
246          )
247      )
248      store.save(
249          authenticated_user.username,
250          st.session_state.conversation_id,
251          st.session_state.messages,
252     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app.py:241-252   •   src/storage.py:13-32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Conversation selection and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Users can reopen prior conversations, start a new one, and keep the selected thread synchronized with Streamlit session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List saved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Load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Create UUID for new 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Conversation IDs are generated independently of the storage backend.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Changing selection loads messages and reruns the UI to render the chosen thread.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Choose a Saved conversation, then select Start new conversation.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app.py  |  lines 88-104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 88              conversation_id
 89              for conversation_id in saved_conver...
 90              if conversation_id != st.session_st...
 91          ]
 92          selected_conversation = st.selectbox(
 93              "Conversation",
 94              options=conversation_options,
 95              format_func=lambda value: (
 96                  f"Current - {value[:8]}"
 97                  if value == st.session_state.co...
 98                  else f"Saved - {value[:8]}"
 99              ),
100          )
101          if selected_conversation != st.session_...
102              st.session_state.conversation_id =...
103              st.session_state.messages = store.l...
104                  authenticated_user.username,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app.py:88-133   •   src/storage.py:316-317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C5DD"/>
          </a:solidFill>
          <a:ln>
            <a:solidFill>
              <a:srgbClr val="23C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200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0A1B30"/>
                </a:solidFill>
                <a:latin typeface="Aptos"/>
              </a:rPr>
              <a:t>Pluggable history backends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943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1971C2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43584"/>
            <a:ext cx="699516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F82"/>
                </a:solidFill>
                <a:latin typeface="Aptos"/>
              </a:rPr>
              <a:t>One storage protocol supports ephemeral mode, SQLite, Azure Cosmos DB, and SQLAlchemy-based SQL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Environment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Factory selects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48840"/>
            <a:ext cx="3108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7A2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029968"/>
            <a:ext cx="2176272" cy="566928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2A3E"/>
                </a:solidFill>
                <a:latin typeface="Aptos"/>
              </a:rPr>
              <a:t>Common list/load/save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WHAT TO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6995160" cy="10607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SQLAlchemy covers Azure SQL Database, Fabric SQL Database, and Azure SQL Managed Instance.</a:t>
            </a:r>
          </a:p>
          <a:p>
            <a:pPr>
              <a:spcAft>
                <a:spcPts val="700"/>
              </a:spcAft>
              <a:defRPr sz="1300">
                <a:solidFill>
                  <a:srgbClr val="192A3E"/>
                </a:solidFill>
                <a:latin typeface="Aptos"/>
              </a:defRPr>
            </a:pPr>
            <a:r>
              <a:t>•  Optional cloud dependencies are imported only when their provider is selected.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7939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DEMO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590288"/>
            <a:ext cx="7013448" cy="676656"/>
          </a:xfrm>
          <a:prstGeom prst="roundRect">
            <a:avLst/>
          </a:prstGeom>
          <a:solidFill>
            <a:srgbClr val="F2F7FB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>
                <a:solidFill>
                  <a:srgbClr val="192A3E"/>
                </a:solidFill>
                <a:latin typeface="Aptos"/>
              </a:rPr>
              <a:t>Change CHAT_STORAGE_PROVIDER and show the same UI using a different adapter.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444752"/>
            <a:ext cx="4005072" cy="4443984"/>
          </a:xfrm>
          <a:prstGeom prst="roundRect">
            <a:avLst/>
          </a:prstGeom>
          <a:solidFill>
            <a:srgbClr val="141D28"/>
          </a:solidFill>
          <a:ln>
            <a:solidFill>
              <a:srgbClr val="14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28016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971C2"/>
                </a:solidFill>
                <a:latin typeface="Aptos"/>
              </a:rPr>
              <a:t>PRIMARY CODE EXCERPT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72768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src/storage.py  |  lines 296-314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712463" cy="3803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DDE8F1"/>
                </a:solidFill>
                <a:latin typeface="Cascadia Mono"/>
              </a:rPr>
              <a:t>296  def create_chat_store() -&gt; ChatStore:
297      provider = os.getenv("CHAT_STORAGE_PROVIDER...
298      if provider == "none":
299          return NullChatStore()
300      if provider == "sqlite":
301          return SqliteChatStore(
302              os.getenv("CHAT_SQLITE_PATH", "data...
303          )
304      if provider == "cosmos":
305          return CosmosChatStore(
306              endpoint=os.environ["COSMOS_ENDPOIN...
307              key=os.environ["COSMOS_KEY"],
308              database_name=os.getenv("COSMOS_DAT...
309              container_name=os.getenv("COSMOS_CO...
310          )
311      if provider == "sql":
312          return SqlAlchemyChatStore(os.environ["...
313      raise ValueError(f"Unsupported CHAT_STORAGE...
314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864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971C2"/>
                </a:solidFill>
                <a:latin typeface="Aptos"/>
              </a:rPr>
              <a:t>SOURCE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60720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5B6F82"/>
                </a:solidFill>
                <a:latin typeface="Aptos"/>
              </a:rPr>
              <a:t>src/storage.py:19-48   •   src/storage.py:51-294   •   src/storage.py:296-314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582912" y="6144768"/>
            <a:ext cx="2130552" cy="347472"/>
          </a:xfrm>
          <a:prstGeom prst="roundRect">
            <a:avLst/>
          </a:prstGeom>
          <a:solidFill>
            <a:srgbClr val="0A1B30"/>
          </a:solidFill>
          <a:ln>
            <a:solidFill>
              <a:srgbClr val="0A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← Feature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